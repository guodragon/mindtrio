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84" r:id="rId2"/>
    <p:sldId id="285" r:id="rId3"/>
    <p:sldId id="286" r:id="rId4"/>
    <p:sldId id="287" r:id="rId5"/>
    <p:sldId id="288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BA908E3D-23C4-43F2-B887-78CC23A3E67B}">
          <p14:sldIdLst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2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43DEC"/>
    <a:srgbClr val="40ADFF"/>
    <a:srgbClr val="FF844D"/>
    <a:srgbClr val="F87770"/>
    <a:srgbClr val="002FA7"/>
    <a:srgbClr val="002FA8"/>
    <a:srgbClr val="303030"/>
    <a:srgbClr val="7FD5FF"/>
    <a:srgbClr val="3265E8"/>
    <a:srgbClr val="02BC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080" autoAdjust="0"/>
  </p:normalViewPr>
  <p:slideViewPr>
    <p:cSldViewPr snapToGrid="0">
      <p:cViewPr varScale="1">
        <p:scale>
          <a:sx n="90" d="100"/>
          <a:sy n="90" d="100"/>
        </p:scale>
        <p:origin x="398" y="53"/>
      </p:cViewPr>
      <p:guideLst>
        <p:guide orient="horz" pos="2160"/>
        <p:guide pos="3829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83" d="100"/>
          <a:sy n="83" d="100"/>
        </p:scale>
        <p:origin x="393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461AFB-0ACA-4244-8D65-F5E9B8DF6B8F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3724F4-AA4F-466D-BF3B-8C998FB01D6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阿里巴巴普惠体 R" panose="00020600040101010101" pitchFamily="18" charset="-122"/>
                <a:ea typeface="阿里巴巴普惠体 R" panose="00020600040101010101" pitchFamily="18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阿里巴巴普惠体 R" panose="00020600040101010101" pitchFamily="18" charset="-122"/>
                <a:ea typeface="阿里巴巴普惠体 R" panose="00020600040101010101" pitchFamily="18" charset="-122"/>
              </a:defRPr>
            </a:lvl1pPr>
          </a:lstStyle>
          <a:p>
            <a:fld id="{CB1E06ED-9F18-4EAF-B1AC-B3927E626EC4}" type="datetimeFigureOut">
              <a:rPr lang="zh-CN" altLang="en-US" smtClean="0"/>
              <a:t>2025/11/26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阿里巴巴普惠体 R" panose="00020600040101010101" pitchFamily="18" charset="-122"/>
                <a:ea typeface="阿里巴巴普惠体 R" panose="00020600040101010101" pitchFamily="18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阿里巴巴普惠体 R" panose="00020600040101010101" pitchFamily="18" charset="-122"/>
                <a:ea typeface="阿里巴巴普惠体 R" panose="00020600040101010101" pitchFamily="18" charset="-122"/>
              </a:defRPr>
            </a:lvl1pPr>
          </a:lstStyle>
          <a:p>
            <a:fld id="{BD22D8F1-6CC1-4A87-878C-92DA1B64EAD3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阿里巴巴普惠体 R" panose="00020600040101010101" pitchFamily="18" charset="-122"/>
        <a:ea typeface="阿里巴巴普惠体 R" panose="00020600040101010101" pitchFamily="18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阿里巴巴普惠体 R" panose="00020600040101010101" pitchFamily="18" charset="-122"/>
        <a:ea typeface="阿里巴巴普惠体 R" panose="00020600040101010101" pitchFamily="18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阿里巴巴普惠体 R" panose="00020600040101010101" pitchFamily="18" charset="-122"/>
        <a:ea typeface="阿里巴巴普惠体 R" panose="00020600040101010101" pitchFamily="18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阿里巴巴普惠体 R" panose="00020600040101010101" pitchFamily="18" charset="-122"/>
        <a:ea typeface="阿里巴巴普惠体 R" panose="00020600040101010101" pitchFamily="18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阿里巴巴普惠体 R" panose="00020600040101010101" pitchFamily="18" charset="-122"/>
        <a:ea typeface="阿里巴巴普惠体 R" panose="00020600040101010101" pitchFamily="18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rgbClr val="002F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9"/>
            <a:ext cx="12192000" cy="6857143"/>
          </a:xfrm>
          <a:prstGeom prst="rect">
            <a:avLst/>
          </a:prstGeom>
        </p:spPr>
      </p:pic>
      <p:sp>
        <p:nvSpPr>
          <p:cNvPr id="54" name="文本占位符 33"/>
          <p:cNvSpPr>
            <a:spLocks noGrp="1"/>
          </p:cNvSpPr>
          <p:nvPr>
            <p:ph type="body" sz="quarter" idx="11" hasCustomPrompt="1"/>
          </p:nvPr>
        </p:nvSpPr>
        <p:spPr>
          <a:xfrm>
            <a:off x="1526856" y="2716600"/>
            <a:ext cx="8404323" cy="7978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000" b="1" i="0">
                <a:solidFill>
                  <a:schemeClr val="bg1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  <a:lvl2pPr marL="457200" indent="0">
              <a:buNone/>
              <a:defRPr sz="5000"/>
            </a:lvl2pPr>
            <a:lvl3pPr marL="914400" indent="0">
              <a:buNone/>
              <a:defRPr sz="5000"/>
            </a:lvl3pPr>
            <a:lvl4pPr marL="1371600" indent="0">
              <a:buNone/>
              <a:defRPr sz="5000"/>
            </a:lvl4pPr>
            <a:lvl5pPr marL="1828800" indent="0">
              <a:buNone/>
              <a:defRPr sz="5000"/>
            </a:lvl5pPr>
          </a:lstStyle>
          <a:p>
            <a:pPr lvl="0"/>
            <a:r>
              <a:rPr kumimoji="1" lang="en-US" altLang="zh-CN" dirty="0"/>
              <a:t>2021</a:t>
            </a:r>
            <a:r>
              <a:rPr kumimoji="1" lang="zh-CN" altLang="en-US" dirty="0"/>
              <a:t>开源社区体验设计</a:t>
            </a:r>
          </a:p>
        </p:txBody>
      </p:sp>
      <p:sp>
        <p:nvSpPr>
          <p:cNvPr id="57" name="文本占位符 38"/>
          <p:cNvSpPr>
            <a:spLocks noGrp="1"/>
          </p:cNvSpPr>
          <p:nvPr>
            <p:ph type="body" sz="quarter" idx="10" hasCustomPrompt="1"/>
          </p:nvPr>
        </p:nvSpPr>
        <p:spPr>
          <a:xfrm>
            <a:off x="1526856" y="3698682"/>
            <a:ext cx="1278909" cy="2360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  <a:lvl2pPr marL="457200" indent="0">
              <a:buNone/>
              <a:defRPr sz="1200" b="0" i="0">
                <a:latin typeface="微软雅黑" charset="-122"/>
                <a:ea typeface="微软雅黑" charset="-122"/>
                <a:cs typeface="微软雅黑" charset="-122"/>
              </a:defRPr>
            </a:lvl2pPr>
            <a:lvl3pPr marL="914400" indent="0">
              <a:buNone/>
              <a:defRPr sz="1200" b="0" i="0">
                <a:latin typeface="微软雅黑" charset="-122"/>
                <a:ea typeface="微软雅黑" charset="-122"/>
                <a:cs typeface="微软雅黑" charset="-122"/>
              </a:defRPr>
            </a:lvl3pPr>
            <a:lvl4pPr marL="1371600" indent="0">
              <a:buNone/>
              <a:defRPr sz="1200" b="0" i="0">
                <a:latin typeface="微软雅黑" charset="-122"/>
                <a:ea typeface="微软雅黑" charset="-122"/>
                <a:cs typeface="微软雅黑" charset="-122"/>
              </a:defRPr>
            </a:lvl4pPr>
            <a:lvl5pPr marL="1828800" indent="0">
              <a:buNone/>
              <a:defRPr sz="1200" b="0" i="0">
                <a:latin typeface="微软雅黑" charset="-122"/>
                <a:ea typeface="微软雅黑" charset="-122"/>
                <a:cs typeface="微软雅黑" charset="-122"/>
              </a:defRPr>
            </a:lvl5pPr>
          </a:lstStyle>
          <a:p>
            <a:pPr lvl="0"/>
            <a:r>
              <a:rPr kumimoji="1" lang="zh-CN" altLang="en-US" dirty="0"/>
              <a:t>汇报人：</a:t>
            </a:r>
            <a:r>
              <a:rPr kumimoji="1" lang="en-US" altLang="zh-CN" dirty="0"/>
              <a:t>xxx</a:t>
            </a:r>
            <a:endParaRPr kumimoji="1" lang="zh-CN" altLang="en-US" dirty="0"/>
          </a:p>
        </p:txBody>
      </p:sp>
      <p:sp>
        <p:nvSpPr>
          <p:cNvPr id="58" name="文本占位符 38"/>
          <p:cNvSpPr>
            <a:spLocks noGrp="1"/>
          </p:cNvSpPr>
          <p:nvPr>
            <p:ph type="body" sz="quarter" idx="12" hasCustomPrompt="1"/>
          </p:nvPr>
        </p:nvSpPr>
        <p:spPr>
          <a:xfrm>
            <a:off x="3507524" y="3702305"/>
            <a:ext cx="1722830" cy="2360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  <a:lvl2pPr marL="457200" indent="0">
              <a:buNone/>
              <a:defRPr sz="1200" b="0" i="0">
                <a:latin typeface="微软雅黑" charset="-122"/>
                <a:ea typeface="微软雅黑" charset="-122"/>
                <a:cs typeface="微软雅黑" charset="-122"/>
              </a:defRPr>
            </a:lvl2pPr>
            <a:lvl3pPr marL="914400" indent="0">
              <a:buNone/>
              <a:defRPr sz="1200" b="0" i="0">
                <a:latin typeface="微软雅黑" charset="-122"/>
                <a:ea typeface="微软雅黑" charset="-122"/>
                <a:cs typeface="微软雅黑" charset="-122"/>
              </a:defRPr>
            </a:lvl3pPr>
            <a:lvl4pPr marL="1371600" indent="0">
              <a:buNone/>
              <a:defRPr sz="1200" b="0" i="0">
                <a:latin typeface="微软雅黑" charset="-122"/>
                <a:ea typeface="微软雅黑" charset="-122"/>
                <a:cs typeface="微软雅黑" charset="-122"/>
              </a:defRPr>
            </a:lvl4pPr>
            <a:lvl5pPr marL="1828800" indent="0">
              <a:buNone/>
              <a:defRPr sz="1200" b="0" i="0">
                <a:latin typeface="微软雅黑" charset="-122"/>
                <a:ea typeface="微软雅黑" charset="-122"/>
                <a:cs typeface="微软雅黑" charset="-122"/>
              </a:defRPr>
            </a:lvl5pPr>
          </a:lstStyle>
          <a:p>
            <a:pPr lvl="0"/>
            <a:r>
              <a:rPr kumimoji="1" lang="zh-CN" altLang="en-US" dirty="0"/>
              <a:t>汇报时间：</a:t>
            </a:r>
            <a:r>
              <a:rPr kumimoji="1" lang="en-US" altLang="zh-CN" dirty="0"/>
              <a:t>2021/0303</a:t>
            </a:r>
            <a:endParaRPr kumimoji="1" lang="zh-CN" altLang="en-US" dirty="0"/>
          </a:p>
        </p:txBody>
      </p:sp>
      <p:pic>
        <p:nvPicPr>
          <p:cNvPr id="32" name="图片 3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91492" y="6326937"/>
            <a:ext cx="1458232" cy="27397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0815" cy="685800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883642" y="2777767"/>
            <a:ext cx="1364476" cy="906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4000" b="1" i="0" spc="600" dirty="0">
                <a:solidFill>
                  <a:schemeClr val="bg1"/>
                </a:solidFill>
                <a:latin typeface="微软雅黑" charset="-122"/>
                <a:ea typeface="微软雅黑" charset="-122"/>
                <a:cs typeface="微软雅黑" charset="-122"/>
              </a:rPr>
              <a:t>目录</a:t>
            </a:r>
          </a:p>
        </p:txBody>
      </p:sp>
      <p:sp>
        <p:nvSpPr>
          <p:cNvPr id="43" name="文本占位符 39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376617" y="1697797"/>
            <a:ext cx="4848090" cy="461963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 b="0" i="0"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kumimoji="1" lang="zh-CN" altLang="en-US" dirty="0"/>
              <a:t>请添加您的标题文字内容</a:t>
            </a:r>
          </a:p>
        </p:txBody>
      </p:sp>
      <p:sp>
        <p:nvSpPr>
          <p:cNvPr id="49" name="文本占位符 39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00404" y="1636390"/>
            <a:ext cx="826015" cy="5847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4000" b="1" i="0">
                <a:solidFill>
                  <a:srgbClr val="40ADFF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51" name="文本占位符 39"/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5376617" y="2575749"/>
            <a:ext cx="4848090" cy="461963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 b="0" i="0"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kumimoji="1" lang="zh-CN" altLang="en-US" dirty="0"/>
              <a:t>请添加您的标题文字内容</a:t>
            </a:r>
          </a:p>
        </p:txBody>
      </p:sp>
      <p:sp>
        <p:nvSpPr>
          <p:cNvPr id="52" name="文本占位符 39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300404" y="2514342"/>
            <a:ext cx="826015" cy="5847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4000" b="1" i="0">
                <a:solidFill>
                  <a:srgbClr val="40ADFF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kumimoji="1" lang="en-US" altLang="zh-CN"/>
              <a:t>02</a:t>
            </a:r>
            <a:endParaRPr kumimoji="1" lang="zh-CN" altLang="en-US" dirty="0"/>
          </a:p>
        </p:txBody>
      </p:sp>
      <p:sp>
        <p:nvSpPr>
          <p:cNvPr id="54" name="文本占位符 39"/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5376617" y="3453701"/>
            <a:ext cx="4848090" cy="461963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 b="0" i="0"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kumimoji="1" lang="zh-CN" altLang="en-US" dirty="0"/>
              <a:t>请添加您的标题文字内容</a:t>
            </a:r>
          </a:p>
        </p:txBody>
      </p:sp>
      <p:sp>
        <p:nvSpPr>
          <p:cNvPr id="55" name="文本占位符 39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00404" y="3392294"/>
            <a:ext cx="826015" cy="5847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4000" b="1" i="0">
                <a:solidFill>
                  <a:srgbClr val="40ADFF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kumimoji="1" lang="en-US" altLang="zh-CN" dirty="0"/>
              <a:t>03</a:t>
            </a:r>
            <a:endParaRPr kumimoji="1" lang="zh-CN" altLang="en-US" dirty="0"/>
          </a:p>
        </p:txBody>
      </p:sp>
      <p:sp>
        <p:nvSpPr>
          <p:cNvPr id="57" name="文本占位符 39"/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5376617" y="4334659"/>
            <a:ext cx="4848090" cy="461963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 b="0" i="0"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kumimoji="1" lang="zh-CN" altLang="en-US" dirty="0"/>
              <a:t>请添加您的标题文字内容</a:t>
            </a:r>
          </a:p>
        </p:txBody>
      </p:sp>
      <p:sp>
        <p:nvSpPr>
          <p:cNvPr id="58" name="文本占位符 39"/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4300404" y="4282955"/>
            <a:ext cx="826015" cy="5847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4000" b="1" i="0">
                <a:solidFill>
                  <a:srgbClr val="40ADFF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kumimoji="1" lang="en-US" altLang="zh-CN" dirty="0"/>
              <a:t>04</a:t>
            </a:r>
            <a:endParaRPr kumimoji="1" lang="zh-CN" altLang="en-US" dirty="0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91492" y="6326937"/>
            <a:ext cx="1458232" cy="273971"/>
          </a:xfrm>
          <a:prstGeom prst="rect">
            <a:avLst/>
          </a:prstGeom>
        </p:spPr>
      </p:pic>
      <p:sp>
        <p:nvSpPr>
          <p:cNvPr id="20" name="文本框 19"/>
          <p:cNvSpPr txBox="1"/>
          <p:nvPr userDrawn="1"/>
        </p:nvSpPr>
        <p:spPr>
          <a:xfrm>
            <a:off x="797465" y="3766678"/>
            <a:ext cx="1536831" cy="3970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kumimoji="1" lang="en-US" altLang="zh-CN" sz="2200" b="0" i="0" dirty="0">
                <a:solidFill>
                  <a:schemeClr val="bg1"/>
                </a:solidFill>
                <a:latin typeface="微软雅黑" charset="-122"/>
                <a:ea typeface="微软雅黑" charset="-122"/>
                <a:cs typeface="微软雅黑" charset="-122"/>
              </a:rPr>
              <a:t>CONTENT</a:t>
            </a:r>
            <a:endParaRPr kumimoji="1" lang="zh-CN" altLang="en-US" sz="2200" b="0" i="0" dirty="0">
              <a:solidFill>
                <a:schemeClr val="bg1"/>
              </a:solidFill>
              <a:latin typeface="微软雅黑" charset="-122"/>
              <a:ea typeface="微软雅黑" charset="-122"/>
              <a:cs typeface="微软雅黑" charset="-122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节标题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0815" cy="6858000"/>
          </a:xfrm>
          <a:prstGeom prst="rect">
            <a:avLst/>
          </a:prstGeom>
        </p:spPr>
      </p:pic>
      <p:sp>
        <p:nvSpPr>
          <p:cNvPr id="21" name="文本占位符 39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241327" y="3155191"/>
            <a:ext cx="7071515" cy="54761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3600" b="0" i="0">
                <a:solidFill>
                  <a:schemeClr val="bg1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kumimoji="1" lang="zh-CN" altLang="en-US" dirty="0"/>
              <a:t>请输入目录名称</a:t>
            </a:r>
          </a:p>
        </p:txBody>
      </p:sp>
      <p:sp>
        <p:nvSpPr>
          <p:cNvPr id="22" name="文本占位符 39"/>
          <p:cNvSpPr>
            <a:spLocks noGrp="1"/>
          </p:cNvSpPr>
          <p:nvPr>
            <p:ph type="body" sz="quarter" idx="14" hasCustomPrompt="1"/>
          </p:nvPr>
        </p:nvSpPr>
        <p:spPr>
          <a:xfrm>
            <a:off x="1855325" y="3015281"/>
            <a:ext cx="1127437" cy="827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6000" b="1" i="0">
                <a:solidFill>
                  <a:schemeClr val="bg1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pic>
        <p:nvPicPr>
          <p:cNvPr id="17" name="图片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91492" y="6326937"/>
            <a:ext cx="1458232" cy="273971"/>
          </a:xfrm>
          <a:prstGeom prst="rect">
            <a:avLst/>
          </a:prstGeom>
        </p:spPr>
      </p:pic>
      <p:sp>
        <p:nvSpPr>
          <p:cNvPr id="4" name="文本占位符 3"/>
          <p:cNvSpPr>
            <a:spLocks noGrp="1"/>
          </p:cNvSpPr>
          <p:nvPr>
            <p:ph type="body" sz="quarter" idx="17" hasCustomPrompt="1"/>
          </p:nvPr>
        </p:nvSpPr>
        <p:spPr>
          <a:xfrm>
            <a:off x="129401" y="1465392"/>
            <a:ext cx="1289093" cy="390525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200" b="0" i="0">
                <a:solidFill>
                  <a:schemeClr val="bg1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/>
              <a:buNone/>
              <a:defRPr/>
            </a:pPr>
            <a:r>
              <a:rPr kumimoji="1" lang="en-US" altLang="zh-CN" dirty="0"/>
              <a:t>PART</a:t>
            </a:r>
            <a:r>
              <a:rPr kumimoji="1" lang="zh-CN" altLang="en-US" dirty="0"/>
              <a:t> </a:t>
            </a:r>
            <a:r>
              <a:rPr kumimoji="1" lang="en-US" altLang="zh-CN" dirty="0"/>
              <a:t>01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39"/>
          <p:cNvSpPr>
            <a:spLocks noGrp="1"/>
          </p:cNvSpPr>
          <p:nvPr>
            <p:ph type="body" sz="quarter" idx="10" hasCustomPrompt="1"/>
          </p:nvPr>
        </p:nvSpPr>
        <p:spPr>
          <a:xfrm>
            <a:off x="756142" y="1024960"/>
            <a:ext cx="6605883" cy="33646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 i="0">
                <a:solidFill>
                  <a:srgbClr val="44546A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kumimoji="1" lang="zh-CN" altLang="en-US" dirty="0"/>
              <a:t>标题文字添加</a:t>
            </a:r>
          </a:p>
        </p:txBody>
      </p:sp>
      <p:sp>
        <p:nvSpPr>
          <p:cNvPr id="11" name="文本占位符 39"/>
          <p:cNvSpPr>
            <a:spLocks noGrp="1"/>
          </p:cNvSpPr>
          <p:nvPr>
            <p:ph type="body" sz="quarter" idx="11" hasCustomPrompt="1"/>
          </p:nvPr>
        </p:nvSpPr>
        <p:spPr>
          <a:xfrm>
            <a:off x="756142" y="257092"/>
            <a:ext cx="7198184" cy="433798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200" b="0" i="0">
                <a:solidFill>
                  <a:srgbClr val="40ADFF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kumimoji="1" lang="zh-CN" altLang="en-US" dirty="0"/>
              <a:t>标题文字添加</a:t>
            </a:r>
          </a:p>
        </p:txBody>
      </p:sp>
      <p:sp>
        <p:nvSpPr>
          <p:cNvPr id="12" name="文本占位符 39"/>
          <p:cNvSpPr>
            <a:spLocks noGrp="1"/>
          </p:cNvSpPr>
          <p:nvPr>
            <p:ph type="body" sz="quarter" idx="12" hasCustomPrompt="1"/>
          </p:nvPr>
        </p:nvSpPr>
        <p:spPr>
          <a:xfrm>
            <a:off x="756142" y="1438270"/>
            <a:ext cx="11006853" cy="625737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200" b="0" i="0">
                <a:solidFill>
                  <a:srgbClr val="7F7F7F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FZLanTingHeiS-L-GB" charset="-122"/>
                <a:ea typeface="FZLanTingHeiS-L-GB" charset="-122"/>
                <a:cs typeface="FZLanTingHeiS-L-GB" charset="-122"/>
              </a:rPr>
              <a:t>点击输入您的具体内容，点击输入您的具体内容，点击输入您的具体内容，点击输入您的具体内容，点击输入您的具体内容，点击输入您的具体内容，点击输入您的具体内容，</a:t>
            </a:r>
            <a:endParaRPr lang="en-US" altLang="zh-CN" sz="1200" dirty="0">
              <a:solidFill>
                <a:schemeClr val="bg1">
                  <a:lumMod val="50000"/>
                </a:schemeClr>
              </a:solidFill>
              <a:latin typeface="FZLanTingHeiS-L-GB" charset="-122"/>
              <a:ea typeface="FZLanTingHeiS-L-GB" charset="-122"/>
              <a:cs typeface="FZLanTingHeiS-L-GB" charset="-122"/>
            </a:endParaRPr>
          </a:p>
        </p:txBody>
      </p:sp>
      <p:sp>
        <p:nvSpPr>
          <p:cNvPr id="13" name="文本占位符 39"/>
          <p:cNvSpPr>
            <a:spLocks noGrp="1"/>
          </p:cNvSpPr>
          <p:nvPr>
            <p:ph type="body" sz="quarter" idx="13" hasCustomPrompt="1"/>
          </p:nvPr>
        </p:nvSpPr>
        <p:spPr>
          <a:xfrm>
            <a:off x="756142" y="2392652"/>
            <a:ext cx="6605883" cy="33646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 i="0">
                <a:solidFill>
                  <a:srgbClr val="44546A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kumimoji="1" lang="zh-CN" altLang="en-US" dirty="0"/>
              <a:t>标题文字添加</a:t>
            </a:r>
          </a:p>
        </p:txBody>
      </p:sp>
      <p:sp>
        <p:nvSpPr>
          <p:cNvPr id="14" name="文本占位符 39"/>
          <p:cNvSpPr>
            <a:spLocks noGrp="1"/>
          </p:cNvSpPr>
          <p:nvPr>
            <p:ph type="body" sz="quarter" idx="14" hasCustomPrompt="1"/>
          </p:nvPr>
        </p:nvSpPr>
        <p:spPr>
          <a:xfrm>
            <a:off x="756142" y="2805962"/>
            <a:ext cx="11006853" cy="625737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200" b="0" i="0">
                <a:solidFill>
                  <a:srgbClr val="7F7F7F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FZLanTingHeiS-L-GB" charset="-122"/>
                <a:ea typeface="FZLanTingHeiS-L-GB" charset="-122"/>
                <a:cs typeface="FZLanTingHeiS-L-GB" charset="-122"/>
              </a:rPr>
              <a:t>点击输入您的具体内容，点击输入您的具体内容，点击输入您的具体内容，点击输入您的具体内容，点击输入您的具体内容，点击输入您的具体内容，点击输入您的具体内容，</a:t>
            </a:r>
            <a:endParaRPr lang="en-US" altLang="zh-CN" sz="1200" dirty="0">
              <a:solidFill>
                <a:schemeClr val="bg1">
                  <a:lumMod val="50000"/>
                </a:schemeClr>
              </a:solidFill>
              <a:latin typeface="FZLanTingHeiS-L-GB" charset="-122"/>
              <a:ea typeface="FZLanTingHeiS-L-GB" charset="-122"/>
              <a:cs typeface="FZLanTingHeiS-L-GB" charset="-122"/>
            </a:endParaRPr>
          </a:p>
        </p:txBody>
      </p:sp>
      <p:sp>
        <p:nvSpPr>
          <p:cNvPr id="15" name="文本占位符 39"/>
          <p:cNvSpPr>
            <a:spLocks noGrp="1"/>
          </p:cNvSpPr>
          <p:nvPr>
            <p:ph type="body" sz="quarter" idx="15" hasCustomPrompt="1"/>
          </p:nvPr>
        </p:nvSpPr>
        <p:spPr>
          <a:xfrm>
            <a:off x="756142" y="3765056"/>
            <a:ext cx="6605883" cy="33646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 i="0">
                <a:solidFill>
                  <a:srgbClr val="44546A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kumimoji="1" lang="zh-CN" altLang="en-US" dirty="0"/>
              <a:t>标题文字添加</a:t>
            </a:r>
          </a:p>
        </p:txBody>
      </p:sp>
      <p:sp>
        <p:nvSpPr>
          <p:cNvPr id="16" name="文本占位符 39"/>
          <p:cNvSpPr>
            <a:spLocks noGrp="1"/>
          </p:cNvSpPr>
          <p:nvPr>
            <p:ph type="body" sz="quarter" idx="16" hasCustomPrompt="1"/>
          </p:nvPr>
        </p:nvSpPr>
        <p:spPr>
          <a:xfrm>
            <a:off x="756142" y="4178366"/>
            <a:ext cx="11006853" cy="625737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200" b="0" i="0">
                <a:solidFill>
                  <a:srgbClr val="7F7F7F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FZLanTingHeiS-L-GB" charset="-122"/>
                <a:ea typeface="FZLanTingHeiS-L-GB" charset="-122"/>
                <a:cs typeface="FZLanTingHeiS-L-GB" charset="-122"/>
              </a:rPr>
              <a:t>点击输入您的具体内容，点击输入您的具体内容，点击输入您的具体内容，点击输入您的具体内容，点击输入您的具体内容，点击输入您的具体内容，点击输入您的具体内容，</a:t>
            </a:r>
            <a:endParaRPr lang="en-US" altLang="zh-CN" sz="1200" dirty="0">
              <a:solidFill>
                <a:schemeClr val="bg1">
                  <a:lumMod val="50000"/>
                </a:schemeClr>
              </a:solidFill>
              <a:latin typeface="FZLanTingHeiS-L-GB" charset="-122"/>
              <a:ea typeface="FZLanTingHeiS-L-GB" charset="-122"/>
              <a:cs typeface="FZLanTingHeiS-L-GB" charset="-122"/>
            </a:endParaRPr>
          </a:p>
        </p:txBody>
      </p:sp>
      <p:sp>
        <p:nvSpPr>
          <p:cNvPr id="17" name="文本占位符 39"/>
          <p:cNvSpPr>
            <a:spLocks noGrp="1"/>
          </p:cNvSpPr>
          <p:nvPr>
            <p:ph type="body" sz="quarter" idx="17" hasCustomPrompt="1"/>
          </p:nvPr>
        </p:nvSpPr>
        <p:spPr>
          <a:xfrm>
            <a:off x="756142" y="5014122"/>
            <a:ext cx="6605883" cy="33646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 i="0">
                <a:solidFill>
                  <a:srgbClr val="44546A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kumimoji="1" lang="zh-CN" altLang="en-US" dirty="0"/>
              <a:t>标题文字添加</a:t>
            </a:r>
          </a:p>
        </p:txBody>
      </p:sp>
      <p:sp>
        <p:nvSpPr>
          <p:cNvPr id="18" name="文本占位符 39"/>
          <p:cNvSpPr>
            <a:spLocks noGrp="1"/>
          </p:cNvSpPr>
          <p:nvPr>
            <p:ph type="body" sz="quarter" idx="18" hasCustomPrompt="1"/>
          </p:nvPr>
        </p:nvSpPr>
        <p:spPr>
          <a:xfrm>
            <a:off x="756142" y="5427432"/>
            <a:ext cx="11006853" cy="625737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200" b="0" i="0">
                <a:solidFill>
                  <a:srgbClr val="7F7F7F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</a:lstStyle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FZLanTingHeiS-L-GB" charset="-122"/>
                <a:ea typeface="FZLanTingHeiS-L-GB" charset="-122"/>
                <a:cs typeface="FZLanTingHeiS-L-GB" charset="-122"/>
              </a:rPr>
              <a:t>点击输入您的具体内容，点击输入您的具体内容，点击输入您的具体内容，点击输入您的具体内容，点击输入您的具体内容，点击输入您的具体内容，点击输入您的具体内容，</a:t>
            </a:r>
            <a:endParaRPr lang="en-US" altLang="zh-CN" sz="1200" dirty="0">
              <a:solidFill>
                <a:schemeClr val="bg1">
                  <a:lumMod val="50000"/>
                </a:schemeClr>
              </a:solidFill>
              <a:latin typeface="FZLanTingHeiS-L-GB" charset="-122"/>
              <a:ea typeface="FZLanTingHeiS-L-GB" charset="-122"/>
              <a:cs typeface="FZLanTingHeiS-L-GB" charset="-122"/>
            </a:endParaRPr>
          </a:p>
        </p:txBody>
      </p:sp>
      <p:sp>
        <p:nvSpPr>
          <p:cNvPr id="2" name="圆角矩形 1"/>
          <p:cNvSpPr/>
          <p:nvPr userDrawn="1"/>
        </p:nvSpPr>
        <p:spPr>
          <a:xfrm>
            <a:off x="-174928" y="342624"/>
            <a:ext cx="802884" cy="213306"/>
          </a:xfrm>
          <a:prstGeom prst="roundRect">
            <a:avLst>
              <a:gd name="adj" fmla="val 50000"/>
            </a:avLst>
          </a:prstGeom>
          <a:noFill/>
          <a:ln w="6350">
            <a:solidFill>
              <a:srgbClr val="7FD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pSp>
        <p:nvGrpSpPr>
          <p:cNvPr id="5" name="组 4"/>
          <p:cNvGrpSpPr/>
          <p:nvPr userDrawn="1"/>
        </p:nvGrpSpPr>
        <p:grpSpPr>
          <a:xfrm>
            <a:off x="11696228" y="407224"/>
            <a:ext cx="526082" cy="133534"/>
            <a:chOff x="11696228" y="368991"/>
            <a:chExt cx="526082" cy="133534"/>
          </a:xfrm>
        </p:grpSpPr>
        <p:cxnSp>
          <p:nvCxnSpPr>
            <p:cNvPr id="4" name="直线连接符 3"/>
            <p:cNvCxnSpPr/>
            <p:nvPr userDrawn="1"/>
          </p:nvCxnSpPr>
          <p:spPr>
            <a:xfrm>
              <a:off x="11762995" y="435758"/>
              <a:ext cx="459315" cy="0"/>
            </a:xfrm>
            <a:prstGeom prst="line">
              <a:avLst/>
            </a:prstGeom>
            <a:ln w="6350">
              <a:solidFill>
                <a:srgbClr val="7FD5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椭圆 19"/>
            <p:cNvSpPr/>
            <p:nvPr userDrawn="1"/>
          </p:nvSpPr>
          <p:spPr>
            <a:xfrm>
              <a:off x="11696228" y="368991"/>
              <a:ext cx="133534" cy="133534"/>
            </a:xfrm>
            <a:prstGeom prst="ellipse">
              <a:avLst/>
            </a:prstGeom>
            <a:solidFill>
              <a:srgbClr val="40AD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25" name="组 24"/>
          <p:cNvGrpSpPr/>
          <p:nvPr userDrawn="1"/>
        </p:nvGrpSpPr>
        <p:grpSpPr>
          <a:xfrm rot="5400000">
            <a:off x="215059" y="6535559"/>
            <a:ext cx="526083" cy="133534"/>
            <a:chOff x="11696228" y="368991"/>
            <a:chExt cx="526083" cy="133534"/>
          </a:xfrm>
        </p:grpSpPr>
        <p:cxnSp>
          <p:nvCxnSpPr>
            <p:cNvPr id="26" name="直线连接符 25"/>
            <p:cNvCxnSpPr/>
            <p:nvPr userDrawn="1"/>
          </p:nvCxnSpPr>
          <p:spPr>
            <a:xfrm>
              <a:off x="11762996" y="435758"/>
              <a:ext cx="459315" cy="0"/>
            </a:xfrm>
            <a:prstGeom prst="line">
              <a:avLst/>
            </a:prstGeom>
            <a:ln w="6350">
              <a:solidFill>
                <a:srgbClr val="7FD5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椭圆 32"/>
            <p:cNvSpPr/>
            <p:nvPr userDrawn="1"/>
          </p:nvSpPr>
          <p:spPr>
            <a:xfrm>
              <a:off x="11696228" y="368991"/>
              <a:ext cx="133534" cy="133534"/>
            </a:xfrm>
            <a:prstGeom prst="ellipse">
              <a:avLst/>
            </a:prstGeom>
            <a:solidFill>
              <a:srgbClr val="40AD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8" name="文本框 7"/>
          <p:cNvSpPr txBox="1"/>
          <p:nvPr userDrawn="1"/>
        </p:nvSpPr>
        <p:spPr>
          <a:xfrm>
            <a:off x="14086703" y="-149516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CN" altLang="en-US" dirty="0"/>
          </a:p>
        </p:txBody>
      </p:sp>
      <p:sp>
        <p:nvSpPr>
          <p:cNvPr id="7" name="椭圆 6"/>
          <p:cNvSpPr/>
          <p:nvPr userDrawn="1"/>
        </p:nvSpPr>
        <p:spPr>
          <a:xfrm>
            <a:off x="414650" y="342624"/>
            <a:ext cx="213306" cy="213306"/>
          </a:xfrm>
          <a:prstGeom prst="ellipse">
            <a:avLst/>
          </a:prstGeom>
          <a:solidFill>
            <a:srgbClr val="7FD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2510" y="6210333"/>
            <a:ext cx="1207252" cy="39143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solidFill>
          <a:srgbClr val="002F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9"/>
            <a:ext cx="12192000" cy="6857143"/>
          </a:xfrm>
          <a:prstGeom prst="rect">
            <a:avLst/>
          </a:prstGeom>
        </p:spPr>
      </p:pic>
      <p:sp>
        <p:nvSpPr>
          <p:cNvPr id="37" name="文本占位符 33"/>
          <p:cNvSpPr>
            <a:spLocks noGrp="1"/>
          </p:cNvSpPr>
          <p:nvPr>
            <p:ph type="body" sz="quarter" idx="11" hasCustomPrompt="1"/>
          </p:nvPr>
        </p:nvSpPr>
        <p:spPr>
          <a:xfrm>
            <a:off x="2666016" y="2716600"/>
            <a:ext cx="7124677" cy="7978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000" b="1" i="0">
                <a:solidFill>
                  <a:schemeClr val="bg1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  <a:lvl2pPr marL="457200" indent="0">
              <a:buNone/>
              <a:defRPr sz="5000"/>
            </a:lvl2pPr>
            <a:lvl3pPr marL="914400" indent="0">
              <a:buNone/>
              <a:defRPr sz="5000"/>
            </a:lvl3pPr>
            <a:lvl4pPr marL="1371600" indent="0">
              <a:buNone/>
              <a:defRPr sz="5000"/>
            </a:lvl4pPr>
            <a:lvl5pPr marL="1828800" indent="0">
              <a:buNone/>
              <a:defRPr sz="5000"/>
            </a:lvl5pPr>
          </a:lstStyle>
          <a:p>
            <a:pPr lvl="0"/>
            <a:r>
              <a:rPr kumimoji="1" lang="en-US" altLang="zh-CN" dirty="0"/>
              <a:t>THANKS</a:t>
            </a:r>
            <a:endParaRPr kumimoji="1" lang="zh-CN" altLang="en-US" dirty="0"/>
          </a:p>
        </p:txBody>
      </p:sp>
      <p:sp>
        <p:nvSpPr>
          <p:cNvPr id="40" name="文本占位符 38"/>
          <p:cNvSpPr>
            <a:spLocks noGrp="1"/>
          </p:cNvSpPr>
          <p:nvPr>
            <p:ph type="body" sz="quarter" idx="10" hasCustomPrompt="1"/>
          </p:nvPr>
        </p:nvSpPr>
        <p:spPr>
          <a:xfrm>
            <a:off x="2694408" y="3698682"/>
            <a:ext cx="1278909" cy="2360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  <a:lvl2pPr marL="457200" indent="0">
              <a:buNone/>
              <a:defRPr sz="1200" b="0" i="0">
                <a:latin typeface="微软雅黑" charset="-122"/>
                <a:ea typeface="微软雅黑" charset="-122"/>
                <a:cs typeface="微软雅黑" charset="-122"/>
              </a:defRPr>
            </a:lvl2pPr>
            <a:lvl3pPr marL="914400" indent="0">
              <a:buNone/>
              <a:defRPr sz="1200" b="0" i="0">
                <a:latin typeface="微软雅黑" charset="-122"/>
                <a:ea typeface="微软雅黑" charset="-122"/>
                <a:cs typeface="微软雅黑" charset="-122"/>
              </a:defRPr>
            </a:lvl3pPr>
            <a:lvl4pPr marL="1371600" indent="0">
              <a:buNone/>
              <a:defRPr sz="1200" b="0" i="0">
                <a:latin typeface="微软雅黑" charset="-122"/>
                <a:ea typeface="微软雅黑" charset="-122"/>
                <a:cs typeface="微软雅黑" charset="-122"/>
              </a:defRPr>
            </a:lvl4pPr>
            <a:lvl5pPr marL="1828800" indent="0">
              <a:buNone/>
              <a:defRPr sz="1200" b="0" i="0">
                <a:latin typeface="微软雅黑" charset="-122"/>
                <a:ea typeface="微软雅黑" charset="-122"/>
                <a:cs typeface="微软雅黑" charset="-122"/>
              </a:defRPr>
            </a:lvl5pPr>
          </a:lstStyle>
          <a:p>
            <a:pPr lvl="0"/>
            <a:r>
              <a:rPr kumimoji="1" lang="zh-CN" altLang="en-US" dirty="0"/>
              <a:t>汇报人：</a:t>
            </a:r>
            <a:r>
              <a:rPr kumimoji="1" lang="en-US" altLang="zh-CN" dirty="0"/>
              <a:t>xxx</a:t>
            </a:r>
            <a:endParaRPr kumimoji="1" lang="zh-CN" altLang="en-US" dirty="0"/>
          </a:p>
        </p:txBody>
      </p:sp>
      <p:sp>
        <p:nvSpPr>
          <p:cNvPr id="41" name="文本占位符 38"/>
          <p:cNvSpPr>
            <a:spLocks noGrp="1"/>
          </p:cNvSpPr>
          <p:nvPr>
            <p:ph type="body" sz="quarter" idx="12" hasCustomPrompt="1"/>
          </p:nvPr>
        </p:nvSpPr>
        <p:spPr>
          <a:xfrm>
            <a:off x="4675076" y="3702305"/>
            <a:ext cx="1722830" cy="2360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微软雅黑" charset="-122"/>
                <a:ea typeface="微软雅黑" charset="-122"/>
                <a:cs typeface="微软雅黑" charset="-122"/>
              </a:defRPr>
            </a:lvl1pPr>
            <a:lvl2pPr marL="457200" indent="0">
              <a:buNone/>
              <a:defRPr sz="1200" b="0" i="0">
                <a:latin typeface="微软雅黑" charset="-122"/>
                <a:ea typeface="微软雅黑" charset="-122"/>
                <a:cs typeface="微软雅黑" charset="-122"/>
              </a:defRPr>
            </a:lvl2pPr>
            <a:lvl3pPr marL="914400" indent="0">
              <a:buNone/>
              <a:defRPr sz="1200" b="0" i="0">
                <a:latin typeface="微软雅黑" charset="-122"/>
                <a:ea typeface="微软雅黑" charset="-122"/>
                <a:cs typeface="微软雅黑" charset="-122"/>
              </a:defRPr>
            </a:lvl3pPr>
            <a:lvl4pPr marL="1371600" indent="0">
              <a:buNone/>
              <a:defRPr sz="1200" b="0" i="0">
                <a:latin typeface="微软雅黑" charset="-122"/>
                <a:ea typeface="微软雅黑" charset="-122"/>
                <a:cs typeface="微软雅黑" charset="-122"/>
              </a:defRPr>
            </a:lvl4pPr>
            <a:lvl5pPr marL="1828800" indent="0">
              <a:buNone/>
              <a:defRPr sz="1200" b="0" i="0">
                <a:latin typeface="微软雅黑" charset="-122"/>
                <a:ea typeface="微软雅黑" charset="-122"/>
                <a:cs typeface="微软雅黑" charset="-122"/>
              </a:defRPr>
            </a:lvl5pPr>
          </a:lstStyle>
          <a:p>
            <a:pPr lvl="0"/>
            <a:r>
              <a:rPr kumimoji="1" lang="zh-CN" altLang="en-US" dirty="0"/>
              <a:t>汇报时间：</a:t>
            </a:r>
            <a:r>
              <a:rPr kumimoji="1" lang="en-US" altLang="zh-CN" dirty="0"/>
              <a:t>2021/0303</a:t>
            </a:r>
            <a:endParaRPr kumimoji="1" lang="zh-CN" altLang="en-US" dirty="0"/>
          </a:p>
        </p:txBody>
      </p:sp>
      <p:pic>
        <p:nvPicPr>
          <p:cNvPr id="43" name="图片 4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91492" y="6326937"/>
            <a:ext cx="1458232" cy="27397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2F288E0-7875-42C4-84C8-98DBBD3BF4D2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>
          <a:xfrm>
            <a:off x="1893838" y="2792000"/>
            <a:ext cx="8404323" cy="797867"/>
          </a:xfrm>
        </p:spPr>
        <p:txBody>
          <a:bodyPr/>
          <a:lstStyle/>
          <a:p>
            <a:r>
              <a:rPr lang="zh-CN" altLang="en-US" sz="6000"/>
              <a:t>昇思</a:t>
            </a:r>
            <a:r>
              <a:rPr lang="en-US" altLang="zh-CN" sz="6000"/>
              <a:t>MindSpore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0"/>
          </p:nvPr>
        </p:nvSpPr>
        <p:spPr>
          <a:xfrm>
            <a:off x="1893838" y="3868014"/>
            <a:ext cx="2393211" cy="382252"/>
          </a:xfrm>
        </p:spPr>
        <p:txBody>
          <a:bodyPr/>
          <a:lstStyle/>
          <a:p>
            <a:r>
              <a:rPr lang="zh-CN" altLang="en-US" sz="2000"/>
              <a:t>汇报人：刘承龙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文本占位符 7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文本占位符 7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文本占位符 9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nEuler模板">
  <a:themeElements>
    <a:clrScheme name="Waveform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openEuler PPT模板3</Template>
  <TotalTime>29</TotalTime>
  <Words>9</Words>
  <Application>Microsoft Office PowerPoint</Application>
  <PresentationFormat>宽屏</PresentationFormat>
  <Paragraphs>2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1" baseType="lpstr">
      <vt:lpstr>FZLanTingHeiS-L-GB</vt:lpstr>
      <vt:lpstr>阿里巴巴普惠体 R</vt:lpstr>
      <vt:lpstr>等线</vt:lpstr>
      <vt:lpstr>微软雅黑</vt:lpstr>
      <vt:lpstr>Arial</vt:lpstr>
      <vt:lpstr>openEuler模板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办公资源</Manager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用户</dc:creator>
  <cp:keywords>www.bangongziyuan.com</cp:keywords>
  <cp:lastModifiedBy>奕琳 皇甫</cp:lastModifiedBy>
  <cp:revision>154</cp:revision>
  <cp:lastPrinted>2022-10-14T06:31:23Z</cp:lastPrinted>
  <dcterms:created xsi:type="dcterms:W3CDTF">2022-10-14T06:31:23Z</dcterms:created>
  <dcterms:modified xsi:type="dcterms:W3CDTF">2025-11-26T01:35:14Z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2052-4.5.0.7415</vt:lpwstr>
  </property>
  <property fmtid="{D5CDD505-2E9C-101B-9397-08002B2CF9AE}" pid="3" name="_2015_ms_pID_725343">
    <vt:lpwstr>(2)Krz/oTamo5PBC7ttSDKVNgnnGtRFpOse2TItcWoZ8vdM4hBG7egLdYBPmKYMW4kfh2BqPkwD
2Gf3QLkpA33M1HjzUmYZ774zx9mAXgSyGv5J/Tbh+ZJtQJ/WzB+ujNHkAD8a7TcnZ0VrWEaW
/aksjoa4vlgBICxLamWJpCXI8MLR3YI46k7XFM6SjVnXtW09ArlWCeiU7LmtWx5qGjdWWcQq
ncTj90HqfpoTfnJpeY</vt:lpwstr>
  </property>
  <property fmtid="{D5CDD505-2E9C-101B-9397-08002B2CF9AE}" pid="4" name="_2015_ms_pID_7253431">
    <vt:lpwstr>kajsqnV82ZglaxdEjhaatHTZzAXbXEhQ6S+NJosKRweb/CGOOe8qB8
isEc/sOrLSh/OfEsKKdYEb0ECQrrVDjBLJhkq4ZpyH0bQHwAees0GJOCvavQLHAMZZI3LyKc
IsNsjZiFKAEZbDPcMpDTirJx/OqXTxCyzVtFe3IZlAuztXSbtwwG1zDTZ1LOMTpkqVUH4g8m
b07FGC+rbnWHxjGZ</vt:lpwstr>
  </property>
  <property fmtid="{D5CDD505-2E9C-101B-9397-08002B2CF9AE}" pid="5" name="ICV">
    <vt:lpwstr>C1DC8D8FE4B4331F3B02496314ACA068</vt:lpwstr>
  </property>
</Properties>
</file>